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1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E0689-7B6B-4F14-89C3-870A96A5C833}" v="5" dt="2026-09-17T03:52:19.0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de Lara Muylaert" userId="0867cccb-c3a2-4fe1-98fb-a480d9aef68d" providerId="ADAL" clId="{E28CBF6E-8980-4A7B-B696-B0686E114E95}"/>
    <pc:docChg chg="undo custSel addSld delSld modSld sldOrd">
      <pc:chgData name="Renata de Lara Muylaert" userId="0867cccb-c3a2-4fe1-98fb-a480d9aef68d" providerId="ADAL" clId="{E28CBF6E-8980-4A7B-B696-B0686E114E95}" dt="2026-09-17T03:53:45.695" v="485" actId="20577"/>
      <pc:docMkLst>
        <pc:docMk/>
      </pc:docMkLst>
      <pc:sldChg chg="addSp delSp modSp mod ord">
        <pc:chgData name="Renata de Lara Muylaert" userId="0867cccb-c3a2-4fe1-98fb-a480d9aef68d" providerId="ADAL" clId="{E28CBF6E-8980-4A7B-B696-B0686E114E95}" dt="2026-09-17T03:53:45.695" v="485" actId="20577"/>
        <pc:sldMkLst>
          <pc:docMk/>
          <pc:sldMk cId="4211756528" sldId="256"/>
        </pc:sldMkLst>
        <pc:spChg chg="mod">
          <ac:chgData name="Renata de Lara Muylaert" userId="0867cccb-c3a2-4fe1-98fb-a480d9aef68d" providerId="ADAL" clId="{E28CBF6E-8980-4A7B-B696-B0686E114E95}" dt="2026-09-17T03:53:45.695" v="485" actId="20577"/>
          <ac:spMkLst>
            <pc:docMk/>
            <pc:sldMk cId="4211756528" sldId="256"/>
            <ac:spMk id="2" creationId="{29CC586D-E8CD-9840-F4E1-347A2A415F6E}"/>
          </ac:spMkLst>
        </pc:spChg>
        <pc:picChg chg="mod modCrop">
          <ac:chgData name="Renata de Lara Muylaert" userId="0867cccb-c3a2-4fe1-98fb-a480d9aef68d" providerId="ADAL" clId="{E28CBF6E-8980-4A7B-B696-B0686E114E95}" dt="2026-09-17T03:51:40.702" v="237" actId="1076"/>
          <ac:picMkLst>
            <pc:docMk/>
            <pc:sldMk cId="4211756528" sldId="256"/>
            <ac:picMk id="5" creationId="{76701B67-ED52-9C72-4E1D-9FCC72BFB165}"/>
          </ac:picMkLst>
        </pc:picChg>
        <pc:picChg chg="add del">
          <ac:chgData name="Renata de Lara Muylaert" userId="0867cccb-c3a2-4fe1-98fb-a480d9aef68d" providerId="ADAL" clId="{E28CBF6E-8980-4A7B-B696-B0686E114E95}" dt="2026-09-17T01:28:38.702" v="126" actId="22"/>
          <ac:picMkLst>
            <pc:docMk/>
            <pc:sldMk cId="4211756528" sldId="256"/>
            <ac:picMk id="7" creationId="{82AD1F69-38A8-4798-8028-7D94EDE977B2}"/>
          </ac:picMkLst>
        </pc:picChg>
      </pc:sldChg>
      <pc:sldChg chg="del">
        <pc:chgData name="Renata de Lara Muylaert" userId="0867cccb-c3a2-4fe1-98fb-a480d9aef68d" providerId="ADAL" clId="{E28CBF6E-8980-4A7B-B696-B0686E114E95}" dt="2026-09-17T01:24:06.284" v="0" actId="47"/>
        <pc:sldMkLst>
          <pc:docMk/>
          <pc:sldMk cId="2095276488" sldId="257"/>
        </pc:sldMkLst>
      </pc:sldChg>
      <pc:sldChg chg="addSp delSp modSp mod ord">
        <pc:chgData name="Renata de Lara Muylaert" userId="0867cccb-c3a2-4fe1-98fb-a480d9aef68d" providerId="ADAL" clId="{E28CBF6E-8980-4A7B-B696-B0686E114E95}" dt="2026-09-17T03:51:24.543" v="235" actId="20577"/>
        <pc:sldMkLst>
          <pc:docMk/>
          <pc:sldMk cId="3702470252" sldId="258"/>
        </pc:sldMkLst>
        <pc:spChg chg="mod">
          <ac:chgData name="Renata de Lara Muylaert" userId="0867cccb-c3a2-4fe1-98fb-a480d9aef68d" providerId="ADAL" clId="{E28CBF6E-8980-4A7B-B696-B0686E114E95}" dt="2026-09-17T01:24:52.245" v="61" actId="20577"/>
          <ac:spMkLst>
            <pc:docMk/>
            <pc:sldMk cId="3702470252" sldId="258"/>
            <ac:spMk id="2" creationId="{B35E3857-F500-BBDF-7C03-F330D2E1DEEF}"/>
          </ac:spMkLst>
        </pc:spChg>
        <pc:spChg chg="del">
          <ac:chgData name="Renata de Lara Muylaert" userId="0867cccb-c3a2-4fe1-98fb-a480d9aef68d" providerId="ADAL" clId="{E28CBF6E-8980-4A7B-B696-B0686E114E95}" dt="2026-09-17T01:24:54.677" v="62" actId="478"/>
          <ac:spMkLst>
            <pc:docMk/>
            <pc:sldMk cId="3702470252" sldId="258"/>
            <ac:spMk id="3" creationId="{235C5D8C-7862-EA12-D3C1-91CE54D0EAE8}"/>
          </ac:spMkLst>
        </pc:spChg>
        <pc:spChg chg="add del mod">
          <ac:chgData name="Renata de Lara Muylaert" userId="0867cccb-c3a2-4fe1-98fb-a480d9aef68d" providerId="ADAL" clId="{E28CBF6E-8980-4A7B-B696-B0686E114E95}" dt="2026-09-17T03:50:50.095" v="228" actId="478"/>
          <ac:spMkLst>
            <pc:docMk/>
            <pc:sldMk cId="3702470252" sldId="258"/>
            <ac:spMk id="6" creationId="{67F17622-71FE-BA55-4CDF-F324BDA08EEB}"/>
          </ac:spMkLst>
        </pc:spChg>
        <pc:graphicFrameChg chg="add mod modGraphic">
          <ac:chgData name="Renata de Lara Muylaert" userId="0867cccb-c3a2-4fe1-98fb-a480d9aef68d" providerId="ADAL" clId="{E28CBF6E-8980-4A7B-B696-B0686E114E95}" dt="2026-09-17T03:51:24.543" v="235" actId="20577"/>
          <ac:graphicFrameMkLst>
            <pc:docMk/>
            <pc:sldMk cId="3702470252" sldId="258"/>
            <ac:graphicFrameMk id="4" creationId="{E421CEEB-FFCF-F1AA-50CE-4B13FC7BA11B}"/>
          </ac:graphicFrameMkLst>
        </pc:graphicFrameChg>
      </pc:sldChg>
      <pc:sldChg chg="modSp new del mod">
        <pc:chgData name="Renata de Lara Muylaert" userId="0867cccb-c3a2-4fe1-98fb-a480d9aef68d" providerId="ADAL" clId="{E28CBF6E-8980-4A7B-B696-B0686E114E95}" dt="2026-09-17T03:50:35.910" v="217" actId="47"/>
        <pc:sldMkLst>
          <pc:docMk/>
          <pc:sldMk cId="2944657440" sldId="259"/>
        </pc:sldMkLst>
        <pc:spChg chg="mod">
          <ac:chgData name="Renata de Lara Muylaert" userId="0867cccb-c3a2-4fe1-98fb-a480d9aef68d" providerId="ADAL" clId="{E28CBF6E-8980-4A7B-B696-B0686E114E95}" dt="2026-09-17T01:26:07.684" v="98" actId="20577"/>
          <ac:spMkLst>
            <pc:docMk/>
            <pc:sldMk cId="2944657440" sldId="259"/>
            <ac:spMk id="2" creationId="{FEC93776-2F1E-95D1-EA08-A15B45AD9C76}"/>
          </ac:spMkLst>
        </pc:spChg>
        <pc:spChg chg="mod">
          <ac:chgData name="Renata de Lara Muylaert" userId="0867cccb-c3a2-4fe1-98fb-a480d9aef68d" providerId="ADAL" clId="{E28CBF6E-8980-4A7B-B696-B0686E114E95}" dt="2026-09-17T03:50:23.949" v="215" actId="21"/>
          <ac:spMkLst>
            <pc:docMk/>
            <pc:sldMk cId="2944657440" sldId="259"/>
            <ac:spMk id="3" creationId="{B5D185B6-6694-AA59-EE3F-3E0B08835646}"/>
          </ac:spMkLst>
        </pc:spChg>
      </pc:sldChg>
      <pc:sldChg chg="addSp modSp new del mod ord">
        <pc:chgData name="Renata de Lara Muylaert" userId="0867cccb-c3a2-4fe1-98fb-a480d9aef68d" providerId="ADAL" clId="{E28CBF6E-8980-4A7B-B696-B0686E114E95}" dt="2026-09-17T03:50:35.048" v="216" actId="47"/>
        <pc:sldMkLst>
          <pc:docMk/>
          <pc:sldMk cId="3001864608" sldId="260"/>
        </pc:sldMkLst>
        <pc:picChg chg="add mod modCrop">
          <ac:chgData name="Renata de Lara Muylaert" userId="0867cccb-c3a2-4fe1-98fb-a480d9aef68d" providerId="ADAL" clId="{E28CBF6E-8980-4A7B-B696-B0686E114E95}" dt="2026-09-17T01:27:53.181" v="103" actId="1076"/>
          <ac:picMkLst>
            <pc:docMk/>
            <pc:sldMk cId="3001864608" sldId="260"/>
            <ac:picMk id="5" creationId="{16069540-8B66-EE82-86A4-59B4A71AE6A4}"/>
          </ac:picMkLst>
        </pc:picChg>
      </pc:sldChg>
      <pc:sldChg chg="modSp new mod">
        <pc:chgData name="Renata de Lara Muylaert" userId="0867cccb-c3a2-4fe1-98fb-a480d9aef68d" providerId="ADAL" clId="{E28CBF6E-8980-4A7B-B696-B0686E114E95}" dt="2026-09-17T03:50:10.718" v="213" actId="20577"/>
        <pc:sldMkLst>
          <pc:docMk/>
          <pc:sldMk cId="1686802166" sldId="261"/>
        </pc:sldMkLst>
        <pc:spChg chg="mod">
          <ac:chgData name="Renata de Lara Muylaert" userId="0867cccb-c3a2-4fe1-98fb-a480d9aef68d" providerId="ADAL" clId="{E28CBF6E-8980-4A7B-B696-B0686E114E95}" dt="2026-09-17T03:49:25.868" v="139" actId="1076"/>
          <ac:spMkLst>
            <pc:docMk/>
            <pc:sldMk cId="1686802166" sldId="261"/>
            <ac:spMk id="2" creationId="{85F771E3-51BA-191E-763B-3DADF9E92897}"/>
          </ac:spMkLst>
        </pc:spChg>
        <pc:spChg chg="mod">
          <ac:chgData name="Renata de Lara Muylaert" userId="0867cccb-c3a2-4fe1-98fb-a480d9aef68d" providerId="ADAL" clId="{E28CBF6E-8980-4A7B-B696-B0686E114E95}" dt="2026-09-17T03:50:10.718" v="213" actId="20577"/>
          <ac:spMkLst>
            <pc:docMk/>
            <pc:sldMk cId="1686802166" sldId="261"/>
            <ac:spMk id="3" creationId="{62323CF1-00CE-AFCF-A6D3-89FD2B8BE63E}"/>
          </ac:spMkLst>
        </pc:spChg>
      </pc:sldChg>
      <pc:sldChg chg="addSp delSp modSp new mod ord">
        <pc:chgData name="Renata de Lara Muylaert" userId="0867cccb-c3a2-4fe1-98fb-a480d9aef68d" providerId="ADAL" clId="{E28CBF6E-8980-4A7B-B696-B0686E114E95}" dt="2026-09-17T03:52:57.103" v="400" actId="5793"/>
        <pc:sldMkLst>
          <pc:docMk/>
          <pc:sldMk cId="497390162" sldId="262"/>
        </pc:sldMkLst>
        <pc:spChg chg="mod">
          <ac:chgData name="Renata de Lara Muylaert" userId="0867cccb-c3a2-4fe1-98fb-a480d9aef68d" providerId="ADAL" clId="{E28CBF6E-8980-4A7B-B696-B0686E114E95}" dt="2026-09-17T03:52:20.961" v="294" actId="20577"/>
          <ac:spMkLst>
            <pc:docMk/>
            <pc:sldMk cId="497390162" sldId="262"/>
            <ac:spMk id="2" creationId="{B2AFB40E-57F8-B96E-A361-AC83D770C027}"/>
          </ac:spMkLst>
        </pc:spChg>
        <pc:spChg chg="mod">
          <ac:chgData name="Renata de Lara Muylaert" userId="0867cccb-c3a2-4fe1-98fb-a480d9aef68d" providerId="ADAL" clId="{E28CBF6E-8980-4A7B-B696-B0686E114E95}" dt="2026-09-17T03:52:57.103" v="400" actId="5793"/>
          <ac:spMkLst>
            <pc:docMk/>
            <pc:sldMk cId="497390162" sldId="262"/>
            <ac:spMk id="3" creationId="{D4BC15EB-F535-D600-697A-CB53E66C5BF2}"/>
          </ac:spMkLst>
        </pc:spChg>
        <pc:picChg chg="add del mod modCrop">
          <ac:chgData name="Renata de Lara Muylaert" userId="0867cccb-c3a2-4fe1-98fb-a480d9aef68d" providerId="ADAL" clId="{E28CBF6E-8980-4A7B-B696-B0686E114E95}" dt="2026-09-17T03:52:55.198" v="399" actId="478"/>
          <ac:picMkLst>
            <pc:docMk/>
            <pc:sldMk cId="497390162" sldId="262"/>
            <ac:picMk id="5" creationId="{965B443C-E1A7-201D-C9F1-4730EC912B6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C03D3-4E7F-6211-8C6A-777697097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A01424-43C3-A2A1-A330-1B1F56768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A3480-7D34-61F9-C9D8-49293E28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B4AB2-C60D-D9A4-AB89-FD3C5C1D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A4129-94ED-8996-E9F2-FE4179DB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097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A21F5-9650-F9D8-700D-C2FE08849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30FE0-2C75-B546-21C8-973065E9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8B9B3-6828-F0FF-1448-CC37F702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81387-6146-5B1D-0E67-65507DFF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C7FF-0237-AAF7-E82F-70E7C4E7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65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6158-87DE-041E-627F-3312A56D7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5BD88-5599-9287-57E1-5B51C9CD3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F422E-F163-C5F8-A7B8-041F37C7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EFD3E-3D8E-FCB5-9E35-8F40945D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2BE1A-F719-2CCF-DCA9-E810BFFC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4810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67541-DEFE-EDDC-E740-2D32734B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711-87B8-2AED-AC74-38EFC55CB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D4AA5-50D7-2303-C1DC-4ABE21A2E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D36C5-768C-B274-F177-80A6A018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1C687-7D39-F909-8BDA-849D0153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DC0F9-E178-F1ED-98B2-936E2214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447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30D5-6023-215C-2442-3E0E3F1C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26800-E6F0-273C-0B02-8EC41AD92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32A5C-08CF-3602-6426-9587ED609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0F2FF-8C17-0CC7-0FA4-C32ED94A0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C8117B-60F7-A223-8926-CBF95DAF0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7A5445-67BF-DB5E-D9F9-0054FE49F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3BC26D-B929-4397-7255-F7303E27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A56AD-87FE-D1E8-5526-49FA5E22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607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B0749-2A00-1A08-0E85-A94F7C9F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FD0B7-1F79-680B-EB10-33A492B1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8A763-69D8-F131-54EE-2DA7258D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AAC1B-C4F5-5BFC-F59A-65B994F37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64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7939D-40B7-C04F-3B0A-D3B1808F0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FBEB91-B451-D9F4-4D19-4F8882B8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E28FC-4BC0-0F84-2747-FA42AE4E3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736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EA68-7E52-3E64-A9F0-51000247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62051-1B77-EE91-A6B5-1A2C4F83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A6C69-225B-24FF-9C2C-3EC8CD503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7430D-789E-65C3-E92D-90E5C212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03424-DDDC-0A04-8299-7BFE9103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D2A84-90CA-1AF3-D46A-6A294AA9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44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46C3-DBE6-2E6D-7F2A-02B066131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ED6C31-9DDA-F84A-E76D-14677C30B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DCCCD-2507-7FDE-F2DB-E4EEC6847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C0B4D-C936-231D-9F25-81D79E15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B643-406C-EA49-76B4-622D50D25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C271B-30F3-4756-0B56-4C29C25F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105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684E-6437-4D5D-397A-A19C0C45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2D05D-1142-BF96-7119-0B48CB383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635D-814B-1B45-47B8-2AA247C26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F872A-791C-22EC-90AA-E7D3DC54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F8507-99CD-5FBC-12A3-E0657570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260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FE8584-C112-7B69-700B-7EF2DA965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F67D9-F4F8-5643-A8DB-845757686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AF6A8-F3DF-C75D-CE53-8CB4AEEE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59B1A-637D-600E-ACC9-1437B13B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A3C87-9ABC-E782-7C87-ACF2680B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15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203FF-ED75-D2D2-829B-7E6734E2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8B90B-788D-9C69-ABC5-2493DA3B5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F1E1A-C748-B699-7C5A-7A8E764AE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07329-96B5-40D3-B5F5-738E8436CC37}" type="datetimeFigureOut">
              <a:rPr lang="en-AU" smtClean="0"/>
              <a:t>17/09/2026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2277E-AD41-F6AD-886F-74E116D6E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80C1E-2F9B-C084-DF77-DBD7A166D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2027F-AE6D-46CE-A0F4-C9893D85315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86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E3857-F500-BBDF-7C03-F330D2E1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Adjudication pre-discussion</a:t>
            </a:r>
            <a:endParaRPr lang="en-AU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21CEEB-FFCF-F1AA-50CE-4B13FC7BA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680958"/>
              </p:ext>
            </p:extLst>
          </p:nvPr>
        </p:nvGraphicFramePr>
        <p:xfrm>
          <a:off x="1251626" y="1780822"/>
          <a:ext cx="9539592" cy="329635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3179864">
                  <a:extLst>
                    <a:ext uri="{9D8B030D-6E8A-4147-A177-3AD203B41FA5}">
                      <a16:colId xmlns:a16="http://schemas.microsoft.com/office/drawing/2014/main" val="758056356"/>
                    </a:ext>
                  </a:extLst>
                </a:gridCol>
                <a:gridCol w="2225632">
                  <a:extLst>
                    <a:ext uri="{9D8B030D-6E8A-4147-A177-3AD203B41FA5}">
                      <a16:colId xmlns:a16="http://schemas.microsoft.com/office/drawing/2014/main" val="2966804887"/>
                    </a:ext>
                  </a:extLst>
                </a:gridCol>
                <a:gridCol w="4134096">
                  <a:extLst>
                    <a:ext uri="{9D8B030D-6E8A-4147-A177-3AD203B41FA5}">
                      <a16:colId xmlns:a16="http://schemas.microsoft.com/office/drawing/2014/main" val="2504856653"/>
                    </a:ext>
                  </a:extLst>
                </a:gridCol>
              </a:tblGrid>
              <a:tr h="824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Audit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RM Agreement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dirty="0"/>
                        <a:t>RM Disagreements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7158941"/>
                  </a:ext>
                </a:extLst>
              </a:tr>
              <a:tr h="824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Classification (100 decisions)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81/100 — 81%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482195"/>
                  </a:ext>
                </a:extLst>
              </a:tr>
              <a:tr h="824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Quantitative measure 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50/50 — 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5502100"/>
                  </a:ext>
                </a:extLst>
              </a:tr>
              <a:tr h="824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Quantitative quotation 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/>
                        <a:t>44/50 — 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85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470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B40E-57F8-B96E-A361-AC83D770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Consensus discussion - Adjudication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15EB-F535-D600-697A-CB53E66C5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Rationale, suggested Consensus and Action for consensus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739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71E3-51BA-191E-763B-3DADF9E9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066"/>
            <a:ext cx="10515600" cy="1325563"/>
          </a:xfrm>
        </p:spPr>
        <p:txBody>
          <a:bodyPr/>
          <a:lstStyle/>
          <a:p>
            <a:r>
              <a:rPr lang="en-US" dirty="0"/>
              <a:t>After the meeting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3CF1-00CE-AFCF-A6D3-89FD2B8BE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305"/>
            <a:ext cx="10515600" cy="456865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Can calculate human-AI agreement against the post-discussion adjudicated reference classifications.</a:t>
            </a:r>
          </a:p>
        </p:txBody>
      </p:sp>
    </p:spTree>
    <p:extLst>
      <p:ext uri="{BB962C8B-B14F-4D97-AF65-F5344CB8AC3E}">
        <p14:creationId xmlns:p14="http://schemas.microsoft.com/office/powerpoint/2010/main" val="168680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C586D-E8CD-9840-F4E1-347A2A415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647" y="486823"/>
            <a:ext cx="10142706" cy="2387600"/>
          </a:xfrm>
        </p:spPr>
        <p:txBody>
          <a:bodyPr>
            <a:noAutofit/>
          </a:bodyPr>
          <a:lstStyle/>
          <a:p>
            <a:r>
              <a:rPr lang="en-US" sz="4000" dirty="0"/>
              <a:t>Prior to adjudication</a:t>
            </a:r>
            <a:br>
              <a:rPr lang="en-US" sz="4000" dirty="0"/>
            </a:br>
            <a:r>
              <a:rPr lang="en-US" sz="4000" dirty="0"/>
              <a:t>Qualitative/Narrative evidence</a:t>
            </a:r>
            <a:br>
              <a:rPr lang="en-US" sz="4000" dirty="0"/>
            </a:br>
            <a:r>
              <a:rPr lang="en-US" sz="4000" dirty="0"/>
              <a:t>Inter-rater agreement</a:t>
            </a:r>
            <a:br>
              <a:rPr lang="en-US" sz="4000" dirty="0"/>
            </a:br>
            <a:r>
              <a:rPr lang="en-US" sz="4000" dirty="0"/>
              <a:t>rater-AI agreement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A1BCC-C4F3-C693-122F-B205DA863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01B67-ED52-9C72-4E1D-9FCC72BFB1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499"/>
          <a:stretch>
            <a:fillRect/>
          </a:stretch>
        </p:blipFill>
        <p:spPr>
          <a:xfrm>
            <a:off x="1014491" y="3052304"/>
            <a:ext cx="10399296" cy="27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56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2b3e37e-8171-485d-b10b-38dae7ed14a8}" enabled="0" method="" siteId="{82b3e37e-8171-485d-b10b-38dae7ed14a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74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Adjudication pre-discussion</vt:lpstr>
      <vt:lpstr>Consensus discussion - Adjudication</vt:lpstr>
      <vt:lpstr>After the meeting</vt:lpstr>
      <vt:lpstr>Prior to adjudication Qualitative/Narrative evidence Inter-rater agreement rater-AI agreement</vt:lpstr>
    </vt:vector>
  </TitlesOfParts>
  <Company>The University of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Renata de Lara Muylaert</dc:creator>
  <cp:lastModifiedBy>Renata de Lara Muylaert</cp:lastModifiedBy>
  <cp:revision>1</cp:revision>
  <dcterms:created xsi:type="dcterms:W3CDTF">2026-09-17T01:22:35Z</dcterms:created>
  <dcterms:modified xsi:type="dcterms:W3CDTF">2026-09-17T04:29:11Z</dcterms:modified>
</cp:coreProperties>
</file>